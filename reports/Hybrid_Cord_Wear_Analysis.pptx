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Hybrid Cord Patents — Wear Analysis</a:t>
            </a:r>
          </a:p>
          <a:p>
            <a:pPr>
              <a:defRPr sz="1800">
                <a:solidFill>
                  <a:srgbClr val="BFD3E6"/>
                </a:solidFill>
              </a:defRPr>
            </a:pPr>
            <a:r>
              <a:t>Zero-degree belt cords in PCR tires · General hybrid vs. Nylon-Aramid · 1080 PCR patents (audited, motorcycle-excluded)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Scope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PatSeer zero-degree landscape, screened to 1080 passenger-car-radial (PCR) patents — primary motorcycle tires excluded.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Two hybrid-cord cohorts, defined by EXPLICIT hybrid-cord construction (not mere material co-occurrence):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General hybrid cords: 157 patents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Nylon-Aramid cords (focus): 100 patents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PET-Nylon cords (comparison): 13 patents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Wear detection over title/abstract/claims/description + PatSeer AI summaries; 'mileage' is rarely named — this is predominantly a treadwear analysis.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Theme tagging: BENEFIT (wear resistance/mileage) vs. DEFENSIVE (fixing uneven wear). See Limitations slide for caveats.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Headline Finding</a:t>
            </a:r>
          </a:p>
        </p:txBody>
      </p:sp>
      <p:pic>
        <p:nvPicPr>
          <p:cNvPr id="4" name="Picture 3" descr="deck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577840" cy="29299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General hybrid: 54 of 157 (34%) make a wear claim.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Nylon-Aramid: 31 of 100 (31%) make a wear claim.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 is a SECONDARY, indirect benefit — driven by crown stiffness &amp; footprint uniformity, not abrasion chemistry.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Nylon-Aramid-specific wear evidence is thin (31 patents) — interpret with care.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Wear Posture — Benefit vs. Fixing Uneven Wear</a:t>
            </a:r>
          </a:p>
        </p:txBody>
      </p:sp>
      <p:pic>
        <p:nvPicPr>
          <p:cNvPr id="4" name="Picture 3" descr="deck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680960" cy="3104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Each bar = 100% of that cohort's wear patents.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Nylon-Aramid: 6 defensive-only vs 5 'both'.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General hybrid: 29 benefit-only leads.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Stiff aramid helps footprint uniformity but its stiffness step can trigger uneven wear that must be engineered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How Nylon-Aramid Tackles Wear (vs. baseline)</a:t>
            </a:r>
          </a:p>
        </p:txBody>
      </p:sp>
      <p:pic>
        <p:nvPicPr>
          <p:cNvPr id="4" name="Picture 3" descr="deck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5880"/>
            <a:ext cx="6126480" cy="3232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Compared to all PCR patents, Nylon-Aramid is distinctive in the CORD itself: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Core-sheath cord — 2 materials in 1 cord (2.0x)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Dual-modulus cord — two stiffnesses (1.9x)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Cord twist &amp; geometry tuning (1.8x)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Adhesion/dip, layered bandage and center-vs-edge layout are NOT distinctive to Nylon-Aramid (~1x) — zoned layout is a PET/PA story (next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Representative Nylon-Aramid Patents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WO2018230265A1 — BRIDGESTONE CORP (2017,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The present invention addresses the problem of suppressing the occurrence, in a tire having a spiral cord layer formed by winding a reinforcement cord in a spiral shape, of uneven wear due to the spiral cord layer.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US20040108037A1 — BOOZER MATTHEW (2002,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The use of high modulus at high stress cords in the second reinforcement plies allows the tire to flatten the transverse curvature at low and moderate speeds, improving wear performance.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JP2001163005A — BRIDGESTONE CORP (1999,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The spiral-wound structure of the fiber cord enhances circumferential rigidity and vibration suppression, leading to improved tire contact properties and wear resistance.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WO2019116766A1 — BRIDGESTONE CORP (2017,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METHOD USED</a:t>
            </a:r>
            <a:br/>
            <a:r>
              <a:t>The invention proposes a hybrid reinforcing member that uses a carbon fiber core and a non-metallic fiber sheath.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WO2015137901A1 — KORDSA GLOBAL ENDUSTRIYEL  (2014,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METHOD USED</a:t>
            </a:r>
            <a:br/>
            <a:r>
              <a:t>The hybrid cap ply reinforcement layer is constructed by twisting polyethylene terephthalate (PET) and nylon 6.6 multifilament yarns in a specific Z or S direction.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EP2806057A2 — THE GOODYEAR TIRE &amp; RUBBER (2013,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A hybrid cord having a Nylon core yarn (32) and an Aramid wrap yarn (34) wrapped around the Nylon core yarn (32) is disclosed.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Related Lever: Zoned Density is PET/PA — not Nylon-Aramid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Zoned-density bandages (different cord/density centre vs. shoulder) are a real uneven-wear fix — but in PET/PA hybrids, not Nylon-Aramid.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Continental EP3912833A1 (ALIVE): centre PET 120 EPDM + PA4.6 side sections 130 EPDM.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Continental DE102016223304B4 (ALIVE): 3-section bandage, centre PA6.6 (470x2) for 'more uniform abrasion'.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In the Nylon-Aramid cohort zoned density appears in only ~3% (1.3x) — it is NOT the Nylon-Aramid wear lever.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Takeaway: do not attribute the zoned-density wear story to Nylon-Aramid 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How PET-Nylon Tackles Wear (vs. baseline)</a:t>
            </a:r>
          </a:p>
        </p:txBody>
      </p:sp>
      <p:pic>
        <p:nvPicPr>
          <p:cNvPr id="4" name="Picture 3" descr="deck_pet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5880"/>
            <a:ext cx="6126480" cy="32594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PET-Nylon (polyester+polyamide) hybrid cohort: 13 PCR patents, 6 make a wear claim (46%).</a:t>
            </a:r>
          </a:p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Same taxonomy and baseline as the Nylon-Aramid study, so the two are directly comparable.</a:t>
            </a:r>
          </a:p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PET-Nylon's distinctive wear lever is SPATIAL, not the cord:</a:t>
            </a:r>
          </a:p>
          <a:p>
            <a:pPr>
              <a:spcAft>
                <a:spcPts val="500"/>
              </a:spcAft>
              <a:defRPr sz="1100">
                <a:solidFill>
                  <a:srgbClr val="555555"/>
                </a:solidFill>
              </a:defRPr>
            </a:pPr>
            <a:r>
              <a:t>    – Center-vs-edge cord layout (zoned) — by far the most enriched approach (14x baseline)</a:t>
            </a:r>
          </a:p>
          <a:p>
            <a:pPr>
              <a:spcAft>
                <a:spcPts val="500"/>
              </a:spcAft>
              <a:defRPr sz="1100">
                <a:solidFill>
                  <a:srgbClr val="555555"/>
                </a:solidFill>
              </a:defRPr>
            </a:pPr>
            <a:r>
              <a:t>    – Layered / edge-cover bandage is also above baseline</a:t>
            </a:r>
          </a:p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The blended cord itself (core-sheath) is NOT enriched — PET-Nylon zones different cords by position rather than co-twisting one composite filament.</a:t>
            </a:r>
          </a:p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Dual-modulus &amp; twist tuning are shared hybrid-cord vocabulary.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PET-Nylon vs. Nylon-Aramid — Two Different Wear Strategies</a:t>
            </a:r>
          </a:p>
        </p:txBody>
      </p:sp>
      <p:pic>
        <p:nvPicPr>
          <p:cNvPr id="4" name="Picture 3" descr="deck_pet_vs_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6766560" cy="30722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463040"/>
            <a:ext cx="4572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Both raise mileage/treadwear indirectly via crown stiffness &amp; footprint control — but by different means:</a:t>
            </a:r>
          </a:p>
          <a:p>
            <a:pPr>
              <a:spcAft>
                <a:spcPts val="500"/>
              </a:spcAft>
              <a:defRPr sz="1100">
                <a:solidFill>
                  <a:srgbClr val="555555"/>
                </a:solidFill>
              </a:defRPr>
            </a:pPr>
            <a:r>
              <a:t>    – Nylon-Aramid -&gt; engineers the CORD: core-sheath cord, 2 materials in 1 (2x).</a:t>
            </a:r>
          </a:p>
          <a:p>
            <a:pPr>
              <a:spcAft>
                <a:spcPts val="500"/>
              </a:spcAft>
              <a:defRPr sz="1100">
                <a:solidFill>
                  <a:srgbClr val="555555"/>
                </a:solidFill>
              </a:defRPr>
            </a:pPr>
            <a:r>
              <a:t>    – PET-Nylon -&gt; engineers the LAYOUT: center-vs-edge cord placement (14x).</a:t>
            </a:r>
          </a:p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Shared levers: dual-modulus stiffness step, twist tuning, cord-to-rubber adhesion.</a:t>
            </a:r>
          </a:p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Evidence base is thin for both wear angles — PET-Nylon 6 wear patents, Nylon-Aramid 31; 5 patents use both constructions. Interpret enrichment as direction, not magnitude.</a:t>
            </a:r>
          </a:p>
          <a:p>
            <a:pPr>
              <a:spcAft>
                <a:spcPts val="500"/>
              </a:spcAft>
              <a:defRPr sz="1300">
                <a:solidFill>
                  <a:srgbClr val="1F3B57"/>
                </a:solidFill>
              </a:defRPr>
            </a:pPr>
            <a:r>
              <a:t>• This quantifies the earlier point: zoned density is the PET/PA story, the cord is the Nylon-Aramid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Who Owns the Nylon-Aramid IP</a:t>
            </a:r>
          </a:p>
        </p:txBody>
      </p:sp>
      <p:pic>
        <p:nvPicPr>
          <p:cNvPr id="4" name="Picture 3" descr="deck_assig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1220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Japanese OEMs (Bridgestone, Sumitomo, Yokohama) plus Goodyear, Michelin, Continental.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Cord makers (Kordsa, Hyosung) appear in the construction patents.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Most Nylon-Aramid wear patents are legally DEAD — limited live art on the wear angle specifically.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Limitations &amp; Methodology (read before citing)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Cohorts are text-mined (PatSeer fields + AI summaries) with high recall; spot-check before quoting individual patents.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'Nylon-Aramid' = explicit aramid+nylon hybrid-cord construction. A looser co-occurrence rule inflated this ~3x (318 -&gt; 100); the strict figure is used here.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'PET-Nylon' = explicit polyester+polyamide pairing, core-sheath, or zoned PET-vs-PA bandage (13 patents). Polyester+nylon are commodity fibres, so loose co-occurrence was rejected; 5 overlap with Nylon-Aramid (multi-material bandages).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92 primary motorcycle tires were removed; some patents still mention motorcycle as a secondary application.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Solution percentages are multi-label and shown as ENRICHMENT vs. baseline to avoid overstating common vocabulary.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Wear is predominantly treadwear, not 'mileage' (named in only ~12 patents).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Corpus skews pre-2015; legal status reflects the export date.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Wear/mileage is a secondary, indirect benefit of Nylon-Aramid zero-degree cords — via stiffness and footprint control.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The Nylon-Aramid wear lever is the CORD: core-sheath, dual-modulus, twist tuning — not zoned density (that is PET/PA).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PET-Nylon attacks the same wear problem differently — center-vs-edge cord layout (zoned) — confirmed in its own enrichment study.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Manage the uneven-wear risk created by the aramid stiffness step (defensive IP is a real share).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White space: Nylon-Aramid wear evidence is thin and mostly dead — opportunity, but validate FTO against live PET/PA zoned-density art.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Next: pull full claims for the strict Nylon-Aramid set; add rolling-resistance and high-speed-durability axes.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