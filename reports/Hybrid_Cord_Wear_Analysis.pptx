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Hybrid Cord Patents — Wear / Mileage Analysis</a:t>
            </a:r>
          </a:p>
          <a:p>
            <a:pPr>
              <a:defRPr sz="2000">
                <a:solidFill>
                  <a:srgbClr val="BFD3E6"/>
                </a:solidFill>
              </a:defRPr>
            </a:pPr>
            <a:r>
              <a:t>Zero-degree belt cords in PCR tires · General hybrid vs. Nylon-Aramid · PatSeer landscape, 1,172 PCR patents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Scope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Source: PatSeer zero-degree belt landscape — 1,816 families, screened to 1,172 passenger-car-radial (PCR) zero-degree (cap-ply / overlay / jointless-band) patents.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Two hybrid-cord cohorts defined from patent text: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General hybrid cords — explicit hybrid wording or any two-material cord co-occurrence:  507 patents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Nylon-Aramid cords (focus) — aramid + nylon hybrid:  318 patents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Wear/mileage detection: lexicon over title, abstract, claims, description and PatSeer AI summaries.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Theme tagging: BENEFIT (wear resistance / mileage / tread life) vs. DEFENSIVE (fixing uneven / irregular wear).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Caveat: keyword + co-occurrence based — high recall; verify borderline cases against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Headline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General hybrid: 199 of 507 (39%)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Nylon-Aramid: 115 of 318 (36%)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The zero-degree cord is NOT primarily a mileage technology — its wear effect is indirect (crown stiffness &amp; footprint uniformity).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Key difference: Nylon-Aramid skews more DEFENSIVE — a larger share fixes uneven wear the stiff aramid cap ply introduces, rather than claiming a clean mileage win.</a:t>
            </a:r>
          </a:p>
        </p:txBody>
      </p:sp>
      <p:pic>
        <p:nvPicPr>
          <p:cNvPr id="5" name="Picture 4" descr="deck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669280" cy="30075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Wear Themes — Benefit vs. Defensive</a:t>
            </a:r>
          </a:p>
        </p:txBody>
      </p:sp>
      <p:pic>
        <p:nvPicPr>
          <p:cNvPr id="4" name="Picture 3" descr="deck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852160" cy="31045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General hybrid:  98 benefit-only · 44 both · 24 defensive-only.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Nylon-Aramid:  59 benefit-only · 10 both · 22 defensive-only.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Nylon-Aramid defensive-only (22) outnumbers its 'both' (10) — opposite of general hybrid.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Interpretation: high-modulus aramid raises circumferential stiffness, which both helps footprint uniformity AND can trigger uneven wear that must be engineered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Claimed Wear Mechanisms</a:t>
            </a:r>
          </a:p>
        </p:txBody>
      </p:sp>
      <p:pic>
        <p:nvPicPr>
          <p:cNvPr id="4" name="Picture 3" descr="deck_mechanis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296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 effects attributed mainly to cord modulus / material and circumferential rigidity / in-plane shear.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Then growth &amp; tread-profile control and footprint / contact-pressure uniformity.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Confirms mechanism is structural (stiffness, footprint) — not tread-compound abrasion chemistry.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Patents may count under several mechanisms.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Who Owns the Nylon-Aramid Wear IP</a:t>
            </a:r>
          </a:p>
        </p:txBody>
      </p:sp>
      <p:pic>
        <p:nvPicPr>
          <p:cNvPr id="4" name="Picture 3" descr="deck_assig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05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Sumitomo, Bridgestone, Goodyear lead; Continental, AlliedSignal (Honeywell) and Kumho also active.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Several Continental and Kumho entries are legally ALIVE — current freedom-to-operate relevance.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AlliedSignal patents frame treadwear via in-plane shear modulus of the fiber belt.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Representative Nylon-Aramid Wear Patents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EP4335661A1  —  SUMITOMO RUBBER IND LTD  (2022,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reinforced belt layer ensures structural integrity and reduces the likelihood of breakage, extending tire life.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DE102016223304B4  —  CONTINENTAL REIFEN DEUTSCH  (2016,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belt bandage is applied in a single layer, with the side sections arranged to provide a more uniform abrasion and improved rolling resistance compared to the center section.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CN106457914A  —  CONTINENTAL REIFEN DEUTSCH  (2014,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Additionally, conventional belts have limited circumferential stiffness, which can cause uneven wear and reduce tire performance.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KR20130067396A  —  KUMHO TIRE CO INC  (2011,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cap ply design allows for even distribution of adhesion forces, preventing uneven wear and maintaining tire integrity.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WO2018230265A1  —  BRIDGESTONE CORP 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present invention addresses the problem of suppressing the occurrence, in a tire having a spiral cord layer formed by winding a reinforcement cord in a spiral shape, of uneven wear due to the spiral cord layer.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US20040108037A1  —  BOOZER MATTHEW  (2002,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use of high modulus at high stress cords in the second reinforcement plies allows the tire to flatten the transverse curvature at low and moderate speeds, improving wear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Wear/mileage is a SECONDARY, indirect benefit of hybrid zero-degree cords — led by stiffness and footprint control.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For Nylon-Aramid specifically, manage the uneven-wear risk: the stiffness step at the cap-ply edge/over the reinforcing layer drives irregular wear.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Design levers seen in the IP: zoned / variable-pitch bandage, side vs. centre cord density, modulus tuning, positioning relative to grooves.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Watch the ALIVE Continental / Kumho / Sumitomo families for current art.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Next: tighten the Nylon-Aramid set to explicit co-twisted constructions; add rolling-resistance and high-speed-durability axes.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